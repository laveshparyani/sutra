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SUTRA is a working platform, not a proposal. Hosted instance is live with real accumulated data from the hackathon portal's government feeds.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constraints drive every architectural decision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500x bandwidth argument is quantified on the scalability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analytics (YOLOX-nano, 43 ms/frame) adds person/vehicle counts per camera as a throttled sidecar.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differentiator: the sandbox changed protocol, host and access model three times during the build, and only the adapter layer changed with it. That is the property a 26-department rollout needs. Credentials never enter the registry: injected at stream-open, redacted everywhere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SUTRA</a:t>
            </a:r>
            <a:endParaRPr lang="en-US" sz="8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017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Unified Tracking, Registry &amp; Analytics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611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federating 26 departments' CCTV systems — registry and GIS, AI number-plate analytics, government-database correlation and real-time alerting.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800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Police CCTV Integration Hackathon 2026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 · Lavesh Paryani and Hiral Kotwani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architecture: Model 1 (mandatory) + Model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7373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28116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NOW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281160" y="2331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9281160" y="26426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onboarded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281160" y="29900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9281160" y="33009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· 7 departments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36484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9281160" y="3959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43068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17/17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46177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endpoints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Twenty-six departments, twenty-six islands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Heterogeneous infrastructure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53288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and IP cameras, multiple VMS vendors, differing AMC periods, formats and feed protocols — no common contract.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1984248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dispersion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253288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to ~1,000 km apart on constrained, shared links. Bandwidth, not compute, is the binding limit.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33088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unified analytics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68172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watches its own screens. A vehicle crossing departmental boundaries crosses an information gap.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01968" y="4133088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without redesign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468172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cameras, departments and analytics must onboard continuously — toward ~80,000 cameras.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 metadata, not video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Model 1 (Registry &amp; GIS, mandatory) + Model 3 (VMS Federation Middleware)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86000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4942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is load-bearing, not a checkbox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334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alerting, route reconstruction and gap analysis all key off registry metadata. It is the spine, not an inventory.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3749040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71246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 over Model 2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965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departments will never converge on one VMS. An adapter layer federating sources and databases behind stable interfaces is the only design that survives vendor churn — departments keep their infrastructure and control.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5212080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755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Model 4 as the primary posture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5595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Centralising 80,000 video streams is a bandwidth and cost trap. SUTRA centralises metadata and evidence: kilobytes per camera-minute instead of megabits per second.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modules, one contract 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19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Leaflet control room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7556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map · video wall · vehicle trace · alert centre · registry · coverage analysis · audit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1248" y="2651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9626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&amp; GIS foundation (Model 1)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68833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Bulk/API/manual onboarding · layered GIS map · camera health · gap &amp; ageing analysis · CSV export · audit trail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" y="3584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895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adapters &amp; federation (Model 3)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6210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over TCP (credentialed) · cookie-gated HLS · http-progressive · file · ONVIF-ready · adaptive ingest scheduler · shared MJPEG relay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" y="45171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analytics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45537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YOLOv9-t plate detection → CCT-S OCR → temporal voting → Indian-plate normalisation · YOLOX-nano scene analytics · route reconstruction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" y="5449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5760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correlation &amp; alerting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5486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matcher · severity model · WebSocket push · gov-DB connectors (VAHAN / SARTHI / eGujCop / AFIS contract)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2910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above is running code, demonstrated on the hackathon portal's live feeds — not a proposed component.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Indian plates on a CPU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347472" cy="347472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856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YOLOv9-tiny 640 (ONNX), 8 MB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30–75 ms/frame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64992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1874520"/>
            <a:ext cx="347472" cy="347472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21024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78224" y="1856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CCT-S v2 (ONNX), 5 MB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3063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per-character probabilities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1874520"/>
            <a:ext cx="347472" cy="347472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37376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1856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Per-vehicle track, char-level probability vote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3063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partial reads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97696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53728" y="1874520"/>
            <a:ext cx="347472" cy="347472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53728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185623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confusion repair, state-code validation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3063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official code list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68680" y="39502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accuracy characterisation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4315968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Close-range cameras (toll gates, showroom approaches) read at 0.81–0.98 confidence.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Wide-angle intersection PTZs yield 50–90 px plates — partial reads the voting and fuzzy layers absorb.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Two-line commercial plates produce OCR variants; investigators register variants under one FIR.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fuzzy hit is labelled probable and shows the raw read — an operator is never handed an inference as a certainty.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&amp; ALERTING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read to an operational reaction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read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90672" y="160020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600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/ fuzzy match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71032" y="160020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1600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evidence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51392" y="160020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89720" y="1600200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24405E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9720" y="160020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boost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28072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3154680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fires at the watchlist entry's priority. A fuzzy match — confusion-folded or edit-distance 1 — fires one severity lower and is labelled probable, carrying the plate the camera actually read.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1248" y="44988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Suppression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846320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per-plate-per-camera cooldown, so a parked watchlisted vehicle cannot flood the operator. Alerts are then grouped into episodes: one row per vehicle per camera.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6060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01968" y="28072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3154680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boosts the hit camera and its three nearest neighbours to resident ingest slots — coverage tightens around the sighting instead of rotating away from 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2976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601968" y="44988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601968" y="4846320"/>
            <a:ext cx="4800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 connector returns make, model, class, RTO, insurance status and a masked owner name. SARTHI / eGujCop / AFIS map onto the same connector contract.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TEST CASE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a designated vehicle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evaluation asks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9456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~50 heterogeneous cameras onto one platform.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registration number on the day, identify and trace that vehicle across the network.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complete route with timestamped, location-wise movement history.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continuous watchlist cross-referencing with automated real-time alerts.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SUTRA answers 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48056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number in Trace. Detections are grouped into per-camera sightings, time-ordered and drawn as a GIS polyline with a timeline: every stop carries its time window, read confidence, evidence frame and the VAHAN record. A single-camera result says so explicitly rather than leaving an unexplained dot.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4808" y="1783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the hosted instance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2240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3225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onboarded across 11 districts and 7 departments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30449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312724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detections with evidence frames retained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38496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9319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vehicles, collapsed from raw reads into one row each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46542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7365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alerts, grouped into operator-facing episodes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report exports every detection with UTC and IST timestamps, camera, location and evidence path.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moved three times. The platform did not.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where statewide rollouts fail: every department is a different vendor, protocol and access model. The hackathon sandbox rehearsed exactly that by changing under us — and SUTRA's adapter + discovery layer absorbed every change without touching registry, analytics, alerting or UI.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57607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33172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source looked like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SUTRA changed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5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· live.sentinelgujarat.in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MP4/MKV/AVI chunks, ~5 Mb/s per client IP, 48 s to first 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scheduler sized to the source; http-progressive adapter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· live.corp8.cloud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API, new host, wider camera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keyed on stable ids — rows updated in place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· cctv.corp8.cloud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Login-gated catalogue, credentialed RTSP (H.264 + H.265), AES-encrypted cookie HLS, looping feeds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session module, RTSP + HLS adapters, PTS-safe sampling, credential redaction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224028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784848" y="23865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47888" y="238658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frame on the September RTSP gateway, TCP-forced; each client gets its own copy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37960" y="3172968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84848" y="33192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30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47888" y="331927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re-discovered in place after the rehost — detection history preserved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37960" y="410565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784848" y="4251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8247888" y="4251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 analytics, alerting or UI code across all three portal generations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37960" y="50749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24405E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784848" y="5257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scheduler is designed for the source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784848" y="555955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concurrency budget sized to what the source sustains, 10-minute dwell rotation with least-recently-served fairness, operator pinning and alert-boost. All 30 network cameras are covered over time on one commodity machine.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PRIVACY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 government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697480"/>
          </a:xfrm>
          <a:prstGeom prst="roundRect">
            <a:avLst>
              <a:gd name="adj" fmla="val 2712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922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40280"/>
            <a:ext cx="30358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PBKDF2 (200k iterations)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secret generated per install — never a committed default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rate limiting, failures audited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admin / department-scoped operator / viewer, enforced server-side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2697480"/>
          </a:xfrm>
          <a:prstGeom prst="roundRect">
            <a:avLst>
              <a:gd name="adj" fmla="val 2712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1810512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14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17922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&amp; 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240280"/>
            <a:ext cx="30358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Snapshots, MJPEG, evidence and the alert socket all authenticate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SameSite cookie — invisible to page scripts, so XSS cannot exfiltrate it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confined to its directory, image-type allowlist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URLs restricted to camera protocols — no SSRF, no arbitrary file reads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2697480"/>
          </a:xfrm>
          <a:prstGeom prst="roundRect">
            <a:avLst>
              <a:gd name="adj" fmla="val 2712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810512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17922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240280"/>
            <a:ext cx="303580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logins and failures, onboarding, exports, watchlist edits, acknowledgements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headers, CORS restricted to configured origins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central recording — watchlist-match alerting only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names masked in connector responses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24405E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1248" y="47365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Verified, not asserted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audit findings were found and closed before submission — a hardcoded signing secret, a fully public evidence store, unauthenticated media endpoints and an open alert socket among them.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pinned by an automated test, so a regression fails CI rather than reaching a deployment: 59 tests run on every push alongside a dependency audit and a full-history secret scan.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for production: TLS termination, mTLS on federation links, a secrets vault, network segmentation across ingest/analytics/data planes, SIEM export and a hash-chained audit log.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COST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to ~80,000 cameras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video stays at the edge; metadata flows 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24405E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 per camera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2–6 KB/s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detections and thumbnails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395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4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 Mb/s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video for the same camera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015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500x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4015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uplink. A district of 500 cameras federates over ~25 Mb/s; full-video recall stays departmental on existing NVR retention.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5577840" cy="1207008"/>
          </a:xfrm>
          <a:prstGeom prst="roundRect">
            <a:avLst>
              <a:gd name="adj" fmla="val 6061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2066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· ~150–260 nodes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3774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 ANPR on commodity servers. Measured 30–75 ms/frame/core ⇒ 300–500 cameras per 32-core node at 1 fps; ~1,500–2,500 with one T4-class GPU.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246120"/>
            <a:ext cx="5577840" cy="1207008"/>
          </a:xfrm>
          <a:prstGeom prst="roundRect">
            <a:avLst>
              <a:gd name="adj" fmla="val 6061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9360" y="3392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· 6–8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70332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bus, PostgreSQL + PostGIS (partitioned), S3-compatible evidence store — hot 30 d / warm 180 d / cold archive.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4572000"/>
            <a:ext cx="5577840" cy="1207008"/>
          </a:xfrm>
          <a:prstGeom prst="roundRect">
            <a:avLst>
              <a:gd name="adj" fmla="val 6061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09360" y="4718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50292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control plane, registry, search, command centre, government-DB connectors. Kubernetes, HA per tier, DR by cross-region metadata replication.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24405E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04672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capex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9377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Edge-CPU option: ₹40–75 Cr + network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option: ₹55–90 Cr, 4x analytics headroom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of magnitude below centralised-video designs — the state pays for inference, not for hauling video.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PLATFORM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deployed system, verified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83794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split that mirrors the architecture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hosted command centre runs the central tier at 102 MB; ingest and inference run on an edge node at 514 MB for nine cameras. The proposed statewide boundary is the one the demo actually uses.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384962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Federation proven, not asserted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pushes cameras, detections, alerts and evidence upstream every 30 seconds, survives restarts, and keeps working when the centre is unreachable.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1874520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59752" y="183794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state, everywhere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423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show live, stalled, connecting, unreachable or queued from the ingest workers themselves. A frozen frame is never labelled live; decoder failures are translated into causes an operator can act 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6118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3886200"/>
            <a:ext cx="384048" cy="384048"/>
          </a:xfrm>
          <a:prstGeom prst="ellipse">
            <a:avLst/>
          </a:prstGeom>
          <a:solidFill>
            <a:srgbClr val="F0A42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384962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discipline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4348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every push — tests, build, dependency audit, full-history secret scan — with branch protection and approval-gated production deploys.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C3A2A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48640" y="56692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A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 live API endpoints green · 175 automated tests passing · zero duplicate records · real accumulated data from the government feeds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this platform to statewide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30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819656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platform: registry and GIS, federation middleware, ANPR with temporal voting, watchlist correlation, alerting, trace, RBAC and audit — deployed and verified.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41248" y="30815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429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118104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with an AFIS confirmation loop (flagged candidate → human confirmation, never automatic identification), ONVIF auto-discovery, Kafka event bus, PostGIS migration.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6263C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" y="43799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4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727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4416552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rollout across the edge/regional/central tiers, eGujCop-fed watchlists, and an onboarding portal for public and private feeds.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4405E"/>
          </a:solidFill>
          <a:ln/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5742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SUTRA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5806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Unified Tracking, Registry &amp; Analytics  ·  github.com/laveshparyani/SUTRA  ·  open-source throughout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SUTRA — Statewide Unified Tracking, Registry &amp; Analytics</dc:title>
  <dc:subject>PptxGenJS Presentation</dc:subject>
  <dc:creator>Lavesh Paryani and Hiral Kotwani</dc:creator>
  <cp:lastModifiedBy>Lavesh Paryani and Hiral Kotwani</cp:lastModifiedBy>
  <cp:revision>1</cp:revision>
  <dcterms:created xsi:type="dcterms:W3CDTF">2026-09-28T11:15:25Z</dcterms:created>
  <dcterms:modified xsi:type="dcterms:W3CDTF">2026-09-28T11:15:25Z</dcterms:modified>
</cp:coreProperties>
</file>